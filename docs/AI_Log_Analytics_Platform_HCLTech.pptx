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" y="1234440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FF"/>
                </a:solidFill>
              </a:rPr>
              <a:t>AI Log Analytics Platform for Banking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64592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Banking AI Log Analytics Platform
on Azure Synapse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00400"/>
            <a:ext cx="7132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FF"/>
                </a:solidFill>
              </a:rPr>
              <a:t>Medallion Architecture  ·  Bronze / Silver / Gold
AI-Powered Anomaly Detection &amp; Compliance Logging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41605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By Mangeswara Sri Koundinya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68712" y="638251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CC"/>
                </a:solidFill>
              </a:rPr>
              <a:t>Jun 09,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434840" y="347472"/>
            <a:ext cx="6400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6BFF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34840" y="1325880"/>
            <a:ext cx="411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6B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2040" y="1325880"/>
            <a:ext cx="6858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Architecture Design &amp;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1911096"/>
            <a:ext cx="7589520" cy="585216"/>
          </a:xfrm>
          <a:prstGeom prst="rect">
            <a:avLst/>
          </a:prstGeom>
          <a:solidFill>
            <a:srgbClr val="E8E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2002536"/>
            <a:ext cx="411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B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002536"/>
            <a:ext cx="6858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</a:rPr>
              <a:t>GIT Details &amp; Working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679192"/>
            <a:ext cx="411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6B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679192"/>
            <a:ext cx="6858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Data Model &amp; DDL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3264408"/>
            <a:ext cx="7589520" cy="585216"/>
          </a:xfrm>
          <a:prstGeom prst="rect">
            <a:avLst/>
          </a:prstGeom>
          <a:solidFill>
            <a:srgbClr val="E8E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3355848"/>
            <a:ext cx="411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B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355848"/>
            <a:ext cx="6858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</a:rPr>
              <a:t>AI Working Journal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4032504"/>
            <a:ext cx="411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6BFF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4032504"/>
            <a:ext cx="6858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Testing Strategy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0116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0000"/>
                </a:solidFill>
              </a:rPr>
              <a:t>Architecture Design &amp;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Platform Overview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Banking AI Log Analytics built on Azure Synapse using the Medallion Lakehouse pattern.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Designed for banking-grade reliability, PII compliance, and regulatory auditability (Basel III, PSD2, GDPR).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Medallion Layers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BRONZE  — Append-only raw log ingestion via Azure Event Hubs → ADLS Gen2. Immutable. 90-day retention.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SILVER  — Cleansed, deduplicated, 3NF. SCD Type 2 on account &amp; customer dims. 1-year retention.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GOLD    — Star schema (Kimball). AI-scored, pre-aggregated, Power BI Direct Lake-ready. 7-year retention.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Azure Services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Ingestion: Azure Event Hubs (Standard, auto-inflate 10 TUs, Avro capture to ADLS)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Processing: Synapse Spark Pools (MemoryOptimized, autoscale 3–10 nodes, Spark 3.4)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Serving: Synapse Dedicated SQL Pool (DW100c) + Serverless SQL Pool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AI/ML: Azure OpenAI (GPT-4o summarisation) + Z-score anomaly scoring in PySpark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Secrets: Azure Key Vault (RBAC, purge-protected) — no credentials in code or config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IaC: Bicep (parameterised by environment: dev / staging / prod)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Key Architecture Decisions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Clustered Columnstore Index on all facts — columnar reads optimised for banking aggregations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HASH distribution on account_sk / transaction_ref — eliminates data movement on joins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Quarterly RANGE RIGHT partitions — aligned with regulatory reporting cadence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0116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0000"/>
                </a:solidFill>
              </a:rPr>
              <a:t>GIT Details &amp; Working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Repository Details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Repo:    koundinyapappu-boop / ai-log-data-platform  (GitHub)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Branch:  claude/affectionate-lovelace-519pwf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15 files committed — ~5,500 lines of SQL / PySpark / Pipeline JSON / Bicep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Project File Structure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migrations/           5 versioned DDL scripts (001 Bronze → 005 Gold)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lakehouse/bronze/     Event Hubs ingestion notebook + 15-min schedule pipeline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lakehouse/silver/     Transform notebooks (transactions &amp; auth) + parallel pipeline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lakehouse/gold/       Fact build + aggregate notebooks + Gold pipeline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lakehouse/pipelines/  Master orchestrator (Bronze → Silver → Gold sequence)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infra/bicep/          main.bicep — full Azure environment Infrastructure-as-Code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docs/                 ER diagram (Mermaid), data dictionary, project summary, this deck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Development Platform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IDE: Claude Code (remote cloud session)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CI/CD: Synapse Pipeline triggers (Schedule: every 15 min for Bronze ingestion)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Secrets: All credentials via mssparkutils.credentials.getSecret — never hardcoded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Commit &amp; Branching Strategy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Feature branch per session — merged to main via Pull Request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Commit messages follow conventional format with scope (feat, fix, docs, migration)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Migrations are additive-only — no ALTER TABLE / DROP on existing tables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0116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0000"/>
                </a:solidFill>
              </a:rPr>
              <a:t>Data Model &amp; DDL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26 Banking Domain Tables Across 3 Layers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Bronze (6):  transaction_logs, auth_logs, api_gateway_logs, app_error_logs, audit_logs, fraud_alert_logs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Silver (14): 8 conformed dimensions (SCD2) + 6 normalised fact tables (3NF)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Gold (14):   6 dims + 3 star-schema facts + 2 pre-aggregates + 3 AI enrichment tables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Key Dimensions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dim_account   — SCD2: account_type, product_code, risk_rating, AML_category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dim_customer  — SCD2: segment (RETAIL / SME / CORPORATE), KYC status, risk_rating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dim_channel   — DIGITAL / PHYSICAL / PARTNER (Mobile, ATM, Branch, API, USSD)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dim_date      — Full fiscal calendar, bank holiday flags, relative date helpers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Gold Star Schema Marts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Transaction Analytics  → gld_fact_transaction_logs  (follow the money)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Security &amp; Auth        → gld_fact_auth_events        (follow the access)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Application Health     → gld_fact_application_errors (follow the failures)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AI-Enriched Gold Columns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is_anomaly (BOOL), anomaly_score FLOAT [0–1], ai_risk_label (NORMAL/SUSPICIOUS/HIGH_RISK)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ai_fraud_score, ai_root_cause_hint (LLM-generated), ai_error_cluster_id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gld_log_embeddings — 1536-dim vectors via Azure OpenAI text-embedding-3-small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Compliance by Design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PII masked at DDL level: last-4 account number, email domain only, postcode prefix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raw_log_id + batch_id preserved through all layers — full audit lineage to source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0116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0000"/>
                </a:solidFill>
              </a:rPr>
              <a:t>AI Working Journal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AI Engine Components Built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Anomaly Detection  — Z-score on amount &amp; response_time_ms (PySpark, Gold notebook)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Classification     — ai_risk_label: NORMAL / SUSPICIOUS / HIGH_RISK (threshold-based)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Fraud Scoring      — ai_fraud_score column wired for Azure ML model inference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LLM Summarisation  — ai_root_cause_hint via Azure OpenAI GPT-4o (placeholder wired)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Embeddings         — gld_log_embeddings: 1536-dim float array + topic cluster + L2 norm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Z-Score Anomaly Scoring Logic (Explainable by Design)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Compute global mean + stddev_pop per batch window on amount and response_time_ms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Per-row: max_z = max(|Z_amount|, |Z_response_time|)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Normalise: anomaly_score = min(max_z, 5) / 5  →  range [0.0, 1.0]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Thresholds: SUSPICIOUS if |Z| ≥ 2.0   |   HIGH_RISK if |Z| ≥ 3.5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Rationale: explainable to compliance officers without black-box model at MVP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Auth Velocity Detection (Account Takeover Signal)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Rolling 1-hour window per user_id, count failed auth events (PySpark rangeBetween)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Flag is_high_velocity = TRUE when failure count ≥ configurable threshold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Feeds gld_fact_auth_events.ai_account_takeover_score column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AI Roadmap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Phase 2: Replace Z-score with trained Isolation Forest via Azure ML managed endpoints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Phase 3: Azure AI Search on gld_log_embeddings — semantic similarity queries on logs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Phase 4: Auto-generated incident summaries posted to Teams / ServiceNow via Logic Apps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0116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0000"/>
                </a:solidFill>
              </a:rPr>
              <a:t>Testing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Data Quality Gates (Built into Silver Pipelines)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Null check:       Mandatory fields — transaction_ref, account_sk, event_timestamp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Deduplication:    row_number() on raw_log_id — first occurrence wins, rest rejected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Range validation: amount &gt; 0 ;  response_time_ms between 0 and 300,000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Batch abort:      Pipeline hard-fails if reject fraction exceeds configurable threshold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DQ metrics:       null_count, duplicate_count, rejected_count → slv_ctrl_dq_metrics Delta table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Pipeline Validation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Zero-row check:   scr_validate_silver — RAISERROR if Silver count = 0 for the batch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Watermark check:  lkp_get_watermark prevents double-processing on Bronze pipeline re-run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Idempotency:      Delta MERGE (upsert on surrogate key) — safe to re-run any notebook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Partition safety: Dynamic partition overwrite on aggregates — reruns replace, not append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Unit Testing Plan (Phase 2)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PySpark transform logic: pytest + chispa DataFrame equality assertions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DDL correctness: sqlfluff linting integrated into CI/CD pipeline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Schema contracts: Great Expectations profiling on Silver output datasets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Integration &amp; E2E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Inject synthetic banking events → assert Gold fact row exists with correct anomaly_score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Regression: replay last 7 days Bronze on any schema migration to verify parity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Performance SLA: gld_agg_txn_hourly query must complete &lt; 5 sec on DW100c</a:t>
            </a:r>
          </a:p>
          <a:p>
            <a:pPr>
              <a:spcAft>
                <a:spcPts val="100"/>
              </a:spcAft>
            </a:pPr>
            <a:r>
              <a:rPr sz="600"/>
              <a:t> </a:t>
            </a:r>
          </a:p>
          <a:p>
            <a:pPr>
              <a:spcBef>
                <a:spcPts val="800"/>
              </a:spcBef>
              <a:spcAft>
                <a:spcPts val="100"/>
              </a:spcAft>
            </a:pPr>
            <a:r>
              <a:rPr sz="1400" b="1">
                <a:solidFill>
                  <a:srgbClr val="006BFF"/>
                </a:solidFill>
              </a:rPr>
              <a:t>Observability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Azure Monitor: alert if Bronze pipeline fails 2 consecutive 15-min runs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0000"/>
                </a:solidFill>
              </a:rPr>
              <a:t>  •  Logic App webhook: POST to Teams on any pipeline FAILED status with batch_id + error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
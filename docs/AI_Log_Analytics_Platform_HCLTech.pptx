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99832" y="0"/>
            <a:ext cx="4389120" cy="6858000"/>
          </a:xfrm>
          <a:prstGeom prst="rect">
            <a:avLst/>
          </a:prstGeom>
          <a:solidFill>
            <a:srgbClr val="1A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59752" y="0"/>
            <a:ext cx="109728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HCLTech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| Supercharging Progress™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0F5"/>
                </a:solidFill>
              </a:rPr>
              <a:t>AI Log 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Banking AI Log Analytics
Platform on Azure Synapse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Medallion Architecture · Bronze / Silver / Gold
AI-Powered Anomaly Detection &amp; Compliance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By Mangeswara Sri Koundinya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77272" y="6355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CC"/>
                </a:solidFill>
              </a:rPr>
              <a:t>Jun 09,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0" y="3657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BFF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D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560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BFF"/>
                </a:solidFill>
              </a:rPr>
              <a:t>HCLTech
AI Log
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188720"/>
            <a:ext cx="74980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1188720"/>
            <a:ext cx="7498079" cy="566928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6B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2801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Architecture Design &amp;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47088"/>
            <a:ext cx="7498079" cy="566928"/>
          </a:xfrm>
          <a:prstGeom prst="rect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47088"/>
            <a:ext cx="7498079" cy="566928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B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3852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GIT Details &amp; Working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505456"/>
            <a:ext cx="74980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505456"/>
            <a:ext cx="7498079" cy="566928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5968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6B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9689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Data Model &amp; DDL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163824"/>
            <a:ext cx="7498079" cy="566928"/>
          </a:xfrm>
          <a:prstGeom prst="rect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63824"/>
            <a:ext cx="7498079" cy="566928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2552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B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5526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AI Working Journal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822192"/>
            <a:ext cx="74980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22192"/>
            <a:ext cx="7498079" cy="566928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13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6B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91363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Testing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3032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6BFF"/>
                </a:solidFill>
              </a:rPr>
              <a:t>HCLTech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050"/>
                </a:solidFill>
              </a:rPr>
              <a:t>Classification: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Copyright © 2025 HCLTech |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3032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6BFF"/>
                </a:solidFill>
              </a:rPr>
              <a:t>HCLTech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Architecture Design &amp;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Platform Overview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>AI Log Analytics Platform built on Azure Synapse Analytics using the Medallion (Bronze/Silver/Gold) Lakehouse pattern.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>Designed for banking-grade reliability, PII compliance, and regulatory auditability (Basel III, PSD2, GDPR).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Medallion Layer Design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BRONZE  — Append-only raw log ingestion via Azure Event Hubs → ADLS Gen2 (Parquet/Delta). Immutable. 90-day retention.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SILVER  — Cleansed, deduplicated, conformed to 3NF. SCD Type 2 on account &amp; customer dims. 1-year retention.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GOLD    — Star schema (Kimball). AI-scored, pre-aggregated, Power BI-ready. 7-year retention (regulatory).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Azure Services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Ingestion: Azure Event Hubs (Standard, auto-inflate 10 TUs, Avro capture)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Processing: Synapse Spark Pools (MemoryOptimized, autoscale 3–10 nodes)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Serving:   Synapse Dedicated SQL Pool (DW100c) + Serverless SQL Pool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Storage:   ADLS Gen2 (ZRS, HNS enabled, shared-key auth disabled)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AI/ML:     Azure OpenAI (GPT-4o summarisation) + Z-score anomaly scoring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Secrets:   Azure Key Vault (RBAC, purge-protected) — no secrets in code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IaC:       Bicep (parameterised by environment: dev / staging / prod)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Key Decisions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Clustered Columnstore Index on all facts — columnar reads for banking aggregations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HASH distribution on account_sk / transaction_ref — eliminates shuffle on joins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Quarterly RANGE RIGHT partitions — aligns with regulatory reporting cadence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050"/>
                </a:solidFill>
              </a:rPr>
              <a:t>Classification: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Copyright © 2025 HCLTech |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3032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6BFF"/>
                </a:solidFill>
              </a:rPr>
              <a:t>HCLTech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GIT Details &amp; Working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Repository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Repo:    koundinyapappu-boop / ai-log-data-platform  (GitHub)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Branch:  claude/affectionate-lovelace-519pwf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All work committed and pushed — 15 files, ~5,500 lines of SQL / PySpark / JSON / Bicep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Project File Structure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migrations/         5 versioned DDL scripts (Bronze → Silver → Gold)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lakehouse/bronze/   Event Hubs ingestion notebook + 15-min schedule pipeline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lakehouse/silver/   Transform notebooks (transactions, auth) + parallel pipeline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lakehouse/gold/     Fact build + aggregate notebooks + Gold pipeline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lakehouse/pipelines/ Master orchestrator (Bronze → Silver → Gold sequence)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infra/bicep/        main.bicep — full Azure environment IaC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docs/               ER diagram (Mermaid), data dictionary, project summary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Development Platform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IDE:       Claude Code (remote session, cloud-hosted container)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IaC:       Bicep — deploys Synapse, ADLS, Event Hubs, Key Vault, OpenAI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CI/CD:     Synapse Pipeline triggers (Schedule: every 15 min for Bronze)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Secrets:   All credentials via mssparkutils.credentials.getSecret — never hardcoded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Branching &amp; Commit Strategy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Feature branch per session — merged to main via PR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Commit messages follow conventional format with scope (feat, fix, docs)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Migrations are additive-only — no ALTER/DROP on existing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050"/>
                </a:solidFill>
              </a:rPr>
              <a:t>Classification: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Copyright © 2025 HCLTech |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3032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6BFF"/>
                </a:solidFill>
              </a:rPr>
              <a:t>HCLTech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Data Model &amp; DDL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Banking Domain Entities — 26 Tables Across 3 Layers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Bronze (6):   brz_transaction_logs, brz_auth_logs, brz_api_gateway_logs,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>                  brz_application_error_logs, brz_audit_logs, brz_fraud_alert_logs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Silver (14):  8 conformed dimensions (SCD2) + 6 normalised fact tables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Gold (14):    6 dims + 3 star-schema facts + 2 aggregates + 3 AI tables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Key Dimensions (Silver / Gold)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dim_account    — SCD2: account_type, product_code, risk_rating, AML_category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dim_customer   — SCD2: segment (RETAIL/SME/CORP), KYC status, risk rating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dim_channel    — DIGITAL / PHYSICAL / PARTNER (Mobile, ATM, Branch, API, USSD)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dim_date       — Full fiscal calendar, bank holiday flags, relative helpers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dim_service    — Microservice taxonomy, SLA tier, RTO/RPO, team owner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Gold Star Schema Marts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Transaction Analytics Mart  → gld_fact_transaction_logs  (follow the money)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Security &amp; Auth Mart        → gld_fact_auth_events        (follow the access)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Application Health Mart     → gld_fact_application_errors (follow the failures)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AI-Enriched Columns (Gold Layer)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is_anomaly (BOOL), anomaly_score (FLOAT 0–1), ai_risk_label (NORMAL/SUSPICIOUS/HIGH_RISK)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ai_fraud_score, ai_root_cause_hint (LLM-generated), ai_error_cluster_id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gld_log_embeddings — 1536-dim vectors (Azure OpenAI text-embedding-3-small)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Compliance by Design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PII masked at DDL level (last-4 account, email domain only, postcode prefix)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raw_log_id + batch_id preserved through all layers for full audit lineage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050"/>
                </a:solidFill>
              </a:rPr>
              <a:t>Classification: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Copyright © 2025 HCLTech |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3032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6BFF"/>
                </a:solidFill>
              </a:rPr>
              <a:t>HCLTech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AI Working Journal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AI Engine Components Built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Anomaly Detection   — Z-score on amount &amp; response_time_ms (PySpark, Gold notebook)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Classification      — ai_risk_label: NORMAL / SUSPICIOUS / HIGH_RISK (threshold-based)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Fraud Scoring       — ai_fraud_score column wired for Azure ML model inference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LLM Summarisation   — ai_root_cause_hint via Azure OpenAI GPT-4o (placeholder wired)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Embeddings          — gld_log_embeddings table: 1536-dim float array, topic cluster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Anomaly Scoring Logic (Z-Score — Explainable by Design)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Compute global mean + stddev_pop per batch window on amount and response_time_ms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Per-row: max_z = max(|Z_amount|, |Z_response_time|)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Normalise: anomaly_score = min(max_z, 5) / 5  → range [0.0, 1.0]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Thresholds: SUSPICIOUS if |Z| ≥ 2.0,  HIGH_RISK if |Z| ≥ 3.5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Rationale: explainable to compliance officers — no black-box model needed at MVP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Auth Velocity Detection (Fraud Signal)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Window: per user_id, rolling 1-hour range, count failed auth events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Flag is_high_velocity = TRUE when failure count ≥ configurable threshold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Feeds gld_fact_auth_events.ai_account_takeover_score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AI Roadmap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Phase 2: Replace Z-score with trained Isolation Forest (Azure ML)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Phase 3: Azure OpenAI semantic search on gld_log_embeddings via Azure AI Search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Phase 4: LLM-generated incident summaries auto-posted to Teams/ServiceNow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050"/>
                </a:solidFill>
              </a:rPr>
              <a:t>Classification: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Copyright © 2025 HCLTech |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3032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6BFF"/>
                </a:solidFill>
              </a:rPr>
              <a:t>HCLTech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Testing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Data Quality Gates (Built into Silver Pipelines)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Null check:      Mandatory fields (transaction_ref, account_sk, event_timestamp)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Deduplication:   row_number() on raw_log_id — first occurrence wins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Range validation: amount &gt; 0; response_time_ms between 0 and 300,000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Batch abort:     Pipeline hard-fails if reject fraction &gt; configurable threshold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DQ metrics:      null_count, duplicate_count, rejected_count logged to slv_ctrl_dq_metrics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Pipeline Validation (Gold)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Zero-row check:  scr_validate_silver activity — RAISERROR if Silver count = 0 for batch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Watermark check: lkp_get_watermark prevents double-processing on Bronze re-run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Idempotency:     Delta MERGE (upsert on surrogate key) — safe to re-run any notebook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Partition overwrite: dynamic partition mode on aggregates — reruns replace, not append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Unit Testing Plan (Phase 2)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PySpark transform logic: pytest + chispa (DataFrame equality assertions)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DDL correctness: sqlfluff linting in CI pipeline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Schema contract: Great Expectations profiling on Silver output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Integration &amp; E2E Testing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End-to-end: inject synthetic banking log events → assert Gold fact row exists with correct anomaly_score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Regression: run on last 7 days of Bronze data after any schema migration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Performance: assert gld_agg_txn_hourly query completes &lt; 5 sec on DW100c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006BFF"/>
                </a:solidFill>
              </a:rPr>
              <a:t>Observability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Azure Monitor: alert if Bronze pipeline fails 2 consecutive runs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Logic App webhook: POST to Teams channel on any pipeline FAILED status</a:t>
            </a:r>
          </a:p>
          <a:p>
            <a:pPr lvl="1"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</a:rPr>
              <a:t>  gld_anomaly_events.is_acknowledged feedback loop for ops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1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5B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25603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HCLTech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| Supercharging Progress™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852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FF"/>
                </a:solidFill>
              </a:rPr>
              <a:t>hcltech.com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